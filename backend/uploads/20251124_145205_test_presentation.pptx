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Emphasize the advanced parsing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each feature with examples. Show live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system architecture diagram. Explain data 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AI-Powered Presentation Analyzer</a:t>
            </a:r>
          </a:p>
        </p:txBody>
      </p:sp>
      <p:sp>
        <p:nvSpPr>
          <p:cNvPr id="3" name="Subtitle 2"/>
          <p:cNvSpPr>
            <a:spLocks noGrp="1"/>
          </p:cNvSpPr>
          <p:nvPr>
            <p:ph type="subTitle" idx="1"/>
          </p:nvPr>
        </p:nvSpPr>
        <p:spPr/>
        <p:txBody>
          <a:bodyPr/>
          <a:lstStyle/>
          <a:p>
            <a:r>
              <a:t>Testing the Elite Parsing Engine</a:t>
            </a:r>
          </a:p>
          <a:p>
            <a:r>
              <a:t>Milestone 2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a:t>
            </a:r>
          </a:p>
        </p:txBody>
      </p:sp>
      <p:sp>
        <p:nvSpPr>
          <p:cNvPr id="3" name="Content Placeholder 2"/>
          <p:cNvSpPr>
            <a:spLocks noGrp="1"/>
          </p:cNvSpPr>
          <p:nvPr>
            <p:ph idx="1"/>
          </p:nvPr>
        </p:nvSpPr>
        <p:spPr/>
        <p:txBody>
          <a:bodyPr/>
          <a:lstStyle/>
          <a:p>
            <a:r>
              <a:t>Advanced Document Parsing</a:t>
            </a:r>
          </a:p>
          <a:p>
            <a:pPr lvl="1"/>
            <a:r>
              <a:t>PPTX and PDF support</a:t>
            </a:r>
          </a:p>
          <a:p>
            <a:pPr lvl="1"/>
            <a:r>
              <a:t>Text box coordinate extraction</a:t>
            </a:r>
          </a:p>
          <a:p>
            <a:pPr lvl="1"/>
            <a:r>
              <a:t>Image metadata capture</a:t>
            </a:r>
          </a:p>
          <a:p>
            <a:pPr lvl="1"/>
            <a:r>
              <a:t>Layout density calculation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sz="4400" b="1"/>
            </a:pPr>
            <a:r>
              <a:t>Technical Architecture</a:t>
            </a:r>
          </a:p>
        </p:txBody>
      </p:sp>
      <p:sp>
        <p:nvSpPr>
          <p:cNvPr id="3" name="TextBox 2"/>
          <p:cNvSpPr txBox="1"/>
          <p:nvPr/>
        </p:nvSpPr>
        <p:spPr>
          <a:xfrm>
            <a:off x="457200" y="1828800"/>
            <a:ext cx="3657600" cy="3657600"/>
          </a:xfrm>
          <a:prstGeom prst="rect">
            <a:avLst/>
          </a:prstGeom>
          <a:noFill/>
        </p:spPr>
        <p:txBody>
          <a:bodyPr wrap="none">
            <a:spAutoFit/>
          </a:bodyPr>
          <a:lstStyle/>
          <a:p>
            <a:r>
              <a:t>Backend Components:</a:t>
            </a:r>
          </a:p>
          <a:p>
            <a:r>
              <a:t>• FastAPI framework</a:t>
            </a:r>
          </a:p>
          <a:p>
            <a:r>
              <a:t>• Pydantic models</a:t>
            </a:r>
          </a:p>
          <a:p>
            <a:r>
              <a:t>• Async processing</a:t>
            </a:r>
          </a:p>
          <a:p>
            <a:r>
              <a:t>• Middleware stack</a:t>
            </a:r>
          </a:p>
        </p:txBody>
      </p:sp>
      <p:sp>
        <p:nvSpPr>
          <p:cNvPr id="4" name="TextBox 3"/>
          <p:cNvSpPr txBox="1"/>
          <p:nvPr/>
        </p:nvSpPr>
        <p:spPr>
          <a:xfrm>
            <a:off x="5029200" y="1828800"/>
            <a:ext cx="3657600" cy="3657600"/>
          </a:xfrm>
          <a:prstGeom prst="rect">
            <a:avLst/>
          </a:prstGeom>
          <a:noFill/>
        </p:spPr>
        <p:txBody>
          <a:bodyPr wrap="none">
            <a:spAutoFit/>
          </a:bodyPr>
          <a:lstStyle/>
          <a:p>
            <a:r>
              <a:t>Analysis Pipeline:</a:t>
            </a:r>
          </a:p>
          <a:p>
            <a:r>
              <a:t>• Document parsing</a:t>
            </a:r>
          </a:p>
          <a:p>
            <a:r>
              <a:t>• Text preprocessing</a:t>
            </a:r>
          </a:p>
          <a:p>
            <a:r>
              <a:t>• Feature extraction</a:t>
            </a:r>
          </a:p>
          <a:p>
            <a:r>
              <a:t>• AI evaluation</a:t>
            </a:r>
          </a:p>
          <a:p>
            <a:r>
              <a:t>• Scoring engine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Detailed Technical Specifications</a:t>
            </a:r>
          </a:p>
        </p:txBody>
      </p:sp>
      <p:sp>
        <p:nvSpPr>
          <p:cNvPr id="3" name="Content Placeholder 2"/>
          <p:cNvSpPr>
            <a:spLocks noGrp="1"/>
          </p:cNvSpPr>
          <p:nvPr>
            <p:ph idx="1"/>
          </p:nvPr>
        </p:nvSpPr>
        <p:spPr/>
        <p:txBody>
          <a:bodyPr/>
          <a:lstStyle/>
          <a:p>
            <a:r>
              <a:t>The AI-Powered Presentation Analyzer utilizes advanced natural language processing algorithms combined with computer vision techniques to provide comprehensive evaluation of presentation quality. The system employs multiple neural network architectures including BERT for semantic understanding, SBERT for embedding generation, and CLIP for image-text alignment scoring. Additionally, the platform incorporates traditional readability metrics such as Flesch-Kincaid Grade Level and Gunning Fog Index to assess content accessibility. The scoring engine aggregates multiple weighted components including clarity, structure, depth, design quality, readability, coherence, and knowledge depth based on Bloom's Taxonomy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